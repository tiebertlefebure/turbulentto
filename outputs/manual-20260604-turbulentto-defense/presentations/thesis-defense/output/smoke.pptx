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6bc017a13418e" /><Relationship Type="http://schemas.openxmlformats.org/officeDocument/2006/relationships/extended-properties" Target="/docProps/app.xml" Id="R6ba26e5ab9c84611" /><Relationship Type="http://schemas.openxmlformats.org/officeDocument/2006/relationships/officeDocument" Target="/ppt/presentation.xml" Id="R0a7d199675e54d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2e7fcd5a74a58"/>
  </p:sldMasterIdLst>
  <p:notesMasterIdLst>
    <p:notesMasterId xmlns:r="http://schemas.openxmlformats.org/officeDocument/2006/relationships" r:id="R13d9f7fa3f3f44f0"/>
  </p:notesMasterIdLst>
  <p:sldIdLst>
    <p:sldId xmlns:r="http://schemas.openxmlformats.org/officeDocument/2006/relationships" id="256" r:id="R5cc2241422ce42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5df49361b410b" /><Relationship Type="http://schemas.openxmlformats.org/officeDocument/2006/relationships/slideMaster" Target="/ppt/slideMasters/slideMaster1.xml" Id="R8f82e7fcd5a74a58" /><Relationship Type="http://schemas.openxmlformats.org/officeDocument/2006/relationships/notesMaster" Target="/ppt/notesMasters/notesMaster1.xml" Id="R13d9f7fa3f3f44f0" /><Relationship Type="http://schemas.openxmlformats.org/officeDocument/2006/relationships/presProps" Target="/ppt/presProps.xml" Id="R534ac4900a9a4e83" /><Relationship Type="http://schemas.openxmlformats.org/officeDocument/2006/relationships/viewProps" Target="/ppt/viewProps.xml" Id="R486c69c5b0154a64" /><Relationship Type="http://schemas.openxmlformats.org/officeDocument/2006/relationships/tableStyles" Target="/ppt/tableStyles.xml" Id="R25fff1950c604ac8" /><Relationship Type="http://schemas.openxmlformats.org/officeDocument/2006/relationships/slide" Target="/ppt/slides/slide1.xml" Id="R5cc2241422ce42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7431b602284f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d15a8baad4d0f" /><Relationship Type="http://schemas.openxmlformats.org/officeDocument/2006/relationships/notesMaster" Target="/ppt/notesMasters/notesMaster1.xml" Id="R47ac22426325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4a132dbdd4f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07ace9dbe34459" /><Relationship Type="http://schemas.openxmlformats.org/officeDocument/2006/relationships/slideLayout" Target="/ppt/slideLayouts/slideLayout1.xml" Id="R4619b1e48f6a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9b1e48f6a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f1f50b0fd4b39" /><Relationship Type="http://schemas.openxmlformats.org/officeDocument/2006/relationships/image" Target="/ppt/media/image.png" Id="R1b10f4c288dd4da6" /><Relationship Type="http://schemas.openxmlformats.org/officeDocument/2006/relationships/notesSlide" Target="/ppt/notesSlides/notesSlide1.xml" Id="R3624c2a3728d4f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1F497-E0D9-4357-8502-20606E2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1B26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DC09E-1A3C-4D42-94C3-3EE8E88B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5715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compose text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2BDCC-A5A9-4433-B48B-177DD3B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0"/>
            <a:ext cx="5715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t>small label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0f4c288dd4da6"/>
          <a:stretch xmlns:a="http://schemas.openxmlformats.org/drawingml/2006/main"/>
        </p:blipFill>
        <p:spPr>
          <a:xfrm xmlns:a="http://schemas.openxmlformats.org/drawingml/2006/main">
            <a:off x="6667500" y="952500"/>
            <a:ext cx="38100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83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2026-06-04T12:53:15.7320000Z</dcterms:created>
  <dcterms:modified xsi:type="dcterms:W3CDTF">2026-06-04T12:53:15.7320000Z</dcterms:modified>
</coreProperties>
</file>